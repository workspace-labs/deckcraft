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DBABD-F82D-BA8D-8BA0-172DF6D841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43C81D-7EEB-C0DD-3DD6-FC0DE95FB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32737-DD5A-2351-71B4-E4954FFCA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ADE2-C581-544C-AFC1-1C54491062CF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44122-CAED-3F12-7E10-15D5EF3A9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B8D60-E05E-7581-FB11-2BFEAF604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311F9-F059-A445-ADB2-B94BB2009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164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04996-6814-7211-F470-860573ED6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CB7B7-EDD6-5C7F-D11E-085C02C5D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193BA-A185-DEB9-23BA-93E9BB851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ADE2-C581-544C-AFC1-1C54491062CF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025FE-0E24-77AA-2FD0-68A13DEFB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302CA-20DB-FA9C-431F-4186AE3FF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311F9-F059-A445-ADB2-B94BB2009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792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44AAC-B6D1-3A9E-09FD-30106A809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4E6503-55A1-4D1A-6872-B67C45424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8DE0D-C19B-3692-AE1B-10218A6AC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ADE2-C581-544C-AFC1-1C54491062CF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4607D-2B56-A757-C6BC-1EF9DA9D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D2CA2-8A2E-A7BD-DFBF-2657E4F60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311F9-F059-A445-ADB2-B94BB2009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134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278FB-A473-9D59-86EC-E619D5E77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410B1-7894-7B43-3065-00FC767C30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7121A8-E711-F8CB-99B0-30E3F6BBED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DE26C-ADE1-4803-A1C8-27D72CDAB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ADE2-C581-544C-AFC1-1C54491062CF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5592B4-C3C8-5F8E-BF30-CC08D4ABD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6ABE9-8E54-47BA-1C90-CAC0EED97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311F9-F059-A445-ADB2-B94BB2009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054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85E25-0C2D-4599-EE63-79FC049D5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75E931-060B-62B6-6CFD-EC4D0050E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4F6C69-4BE9-4E33-54FD-F03456057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34484C-FB86-BABD-819A-8C66BDFEEC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7ACC4E-3DF2-CE50-AAAF-041251E537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CF2FEB-3E56-C634-D5B5-D5A8E01BD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ADE2-C581-544C-AFC1-1C54491062CF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46C893-E66D-F309-D26A-FD4D6842F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62DF03-8B77-2622-C2FA-86F376EB2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311F9-F059-A445-ADB2-B94BB2009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217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70BC2-A235-7593-390B-D9552C0A0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077030-3A5B-520C-C7BE-537CDCFCA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ADE2-C581-544C-AFC1-1C54491062CF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E15356-A603-772D-3DA0-2C230B098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E81607-1874-2823-59B0-D87087C85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311F9-F059-A445-ADB2-B94BB2009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487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554CC7-762D-B07B-D018-9F9D29A66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ADE2-C581-544C-AFC1-1C54491062CF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DF09C7-274F-1F86-2E7B-6DDE2CDA9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35B83-1034-FCDB-E706-62D245D21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311F9-F059-A445-ADB2-B94BB2009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496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800A6-BDE3-BE6A-F9DB-AC2E0242C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539A7-07EA-94AE-60DF-B5F94DC1C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AD80B7-C2A6-84D7-EC60-906E264AC2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9DC893-786B-F1C2-7A56-50CE44455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ADE2-C581-544C-AFC1-1C54491062CF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566A4D-49A5-A142-2270-1DAC5C190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DD0159-41EA-D213-C1C2-4D5ACEF11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311F9-F059-A445-ADB2-B94BB2009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372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06E29-17F8-7EF8-A90D-6C1A18157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5F43D7-13BE-43E2-7C9C-8CAA2518FD5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BA0E6C-B3B8-621B-C7ED-EDE289D8BD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26457F-8F40-24AF-F708-799C20DDA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ADE2-C581-544C-AFC1-1C54491062CF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6B330B-70B0-BE62-ABB8-C62B1D18B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F07FB-9C7C-BA91-9067-0C4A2254B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311F9-F059-A445-ADB2-B94BB2009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492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0CFFB-3B74-B981-1CE0-6E0A25C4E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77D985-36F5-4C2C-34B2-752E071148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3C74F-2268-9BEA-A1D4-CC83F477E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ADE2-C581-544C-AFC1-1C54491062CF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8B725-013E-19B6-56BE-07517BB91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C2538-A7C4-EB30-9FF1-FC0618AB4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311F9-F059-A445-ADB2-B94BB2009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84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F79342-7C23-2650-32B8-A5307BACCA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B4309F-18EE-40A9-B5DD-BF322A6DA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98215-D16E-690F-3325-273ACA026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ADE2-C581-544C-AFC1-1C54491062CF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9FCE9-CE5F-D09E-A3F4-88188955D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E9477-07E2-BA16-3BD0-3B8B0D877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311F9-F059-A445-ADB2-B94BB2009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09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C9CC7-D6E8-0D00-9BC0-7BB2288D6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D4678F-64D7-547B-40D5-752F99B96D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1980F-7501-342C-1A1E-BED28EEC7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ADE2-C581-544C-AFC1-1C54491062CF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ACCC7-74AC-BB68-9A56-EFAB9DA84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A109D-D369-6D2E-F0C3-FDD6BE0F4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311F9-F059-A445-ADB2-B94BB2009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91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23C9A0-26E9-DEB0-5469-B98317BEA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18F73-FE12-F3E9-BD2B-87D442028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66371-89F4-0DEE-EB8B-8238283899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FAADE2-C581-544C-AFC1-1C54491062CF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310E0-8382-F3A3-BE7A-5C5F4C338B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09A39-8538-D5D0-1D48-04D6EC27A6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E311F9-F059-A445-ADB2-B94BB2009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440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D679F57-85FB-4B98-3037-9D2BDF8D8B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Clinic Opening Plan 2027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E2DED57-90F5-63C6-F59B-3DBD6C43BD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Prepared for the Health Committee</a:t>
            </a:r>
          </a:p>
        </p:txBody>
      </p:sp>
    </p:spTree>
    <p:extLst>
      <p:ext uri="{BB962C8B-B14F-4D97-AF65-F5344CB8AC3E}">
        <p14:creationId xmlns:p14="http://schemas.microsoft.com/office/powerpoint/2010/main" val="1065916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F3F699-E1F9-E370-0B38-491A53930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we need a new clinic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63A72F-7C01-3BB6-5E31-44E858BC4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Waiting times reached 21 days in June.</a:t>
            </a:r>
          </a:p>
          <a:p>
            <a:r>
              <a:rPr lang="en-US"/>
              <a:t>The nearest clinic is 38 km away for 12,000 residents.</a:t>
            </a:r>
          </a:p>
          <a:p>
            <a:r>
              <a:rPr lang="en-US"/>
              <a:t>Two doctors retire in 2027.</a:t>
            </a:r>
          </a:p>
        </p:txBody>
      </p:sp>
    </p:spTree>
    <p:extLst>
      <p:ext uri="{BB962C8B-B14F-4D97-AF65-F5344CB8AC3E}">
        <p14:creationId xmlns:p14="http://schemas.microsoft.com/office/powerpoint/2010/main" val="2571853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268A64-D93D-7207-D429-81CD664E0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Budget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AA7356-4BD7-D54E-A08D-ADBC18A1EE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Building: AED 4.2 million</a:t>
            </a:r>
          </a:p>
          <a:p>
            <a:r>
              <a:rPr lang="en-US"/>
              <a:t>Equipment: AED 1.1 million</a:t>
            </a:r>
          </a:p>
          <a:p>
            <a:r>
              <a:rPr lang="en-US"/>
              <a:t>First-year staff: AED 2.6 million</a:t>
            </a:r>
          </a:p>
        </p:txBody>
      </p:sp>
    </p:spTree>
    <p:extLst>
      <p:ext uri="{BB962C8B-B14F-4D97-AF65-F5344CB8AC3E}">
        <p14:creationId xmlns:p14="http://schemas.microsoft.com/office/powerpoint/2010/main" val="3595139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2072C34-6DD5-0853-1519-7C2CDE9AB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995933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</Words>
  <Application>Microsoft Macintosh PowerPoint</Application>
  <PresentationFormat>Widescreen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Clinic Opening Plan 2027</vt:lpstr>
      <vt:lpstr>Why we need a new clinic</vt:lpstr>
      <vt:lpstr>Budget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deckcraft tests</dc:creator>
  <cp:lastModifiedBy>deckcraft tests</cp:lastModifiedBy>
  <cp:revision>1</cp:revision>
  <dcterms:created xsi:type="dcterms:W3CDTF">2026-10-20T21:11:25Z</dcterms:created>
  <dcterms:modified xsi:type="dcterms:W3CDTF">2026-10-20T21:11:25Z</dcterms:modified>
</cp:coreProperties>
</file>